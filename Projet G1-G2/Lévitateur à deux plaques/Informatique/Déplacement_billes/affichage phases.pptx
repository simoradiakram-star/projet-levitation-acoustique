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1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10.xml"/>
  <Override ContentType="application/vnd.openxmlformats-officedocument.presentationml.comments+xml" PartName="/ppt/comments/comment8.xml"/>
  <Override ContentType="application/vnd.openxmlformats-officedocument.presentationml.comments+xml" PartName="/ppt/comments/comment5.xml"/>
  <Override ContentType="application/vnd.openxmlformats-officedocument.presentationml.comments+xml" PartName="/ppt/comments/comment6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9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1" name="mal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slide" Target="slides/slide40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slide" Target="slides/slide41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1-26T12:06:42.984">
    <p:pos x="6000" y="0"/>
    <p:text>Pas bonne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5-11-26T12:06:54.710">
    <p:pos x="6000" y="0"/>
    <p:text>Pas bonne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5-11-26T12:07:27.140">
    <p:pos x="6000" y="0"/>
    <p:text>Pas bonne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5-11-26T12:07:34.700">
    <p:pos x="6000" y="0"/>
    <p:text>Pas bonne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5-11-26T12:07:17.556">
    <p:pos x="6000" y="0"/>
    <p:text>Pas bonne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5-11-26T12:07:50.080">
    <p:pos x="6000" y="0"/>
    <p:text>Pas bonne</p:tex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5-11-26T12:08:12.923">
    <p:pos x="6000" y="0"/>
    <p:text>Pas bonne</p:tex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5-11-26T12:08:23.643">
    <p:pos x="6000" y="0"/>
    <p:text>Pas bonne</p:text>
  </p:cm>
</p:cmLst>
</file>

<file path=ppt/comments/comment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9" dt="2025-11-26T12:08:30.516">
    <p:pos x="6000" y="0"/>
    <p:text>Pas bonne</p:text>
  </p:cm>
</p:cmLst>
</file>

<file path=ppt/comments/comment1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0" dt="2025-11-26T12:09:03.200">
    <p:pos x="6000" y="0"/>
    <p:text>Pas bonne</p:text>
  </p:cm>
</p:cmLst>
</file>

<file path=ppt/comments/comment1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1" dt="2025-11-26T12:09:11.296">
    <p:pos x="6000" y="0"/>
    <p:text>Pas bonne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9b395a19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9b395a19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9b395a19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9b395a19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9b395a19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9b395a19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b395a19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9b395a19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9b395a19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9b395a19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9b395a19c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9b395a19c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9b395a19c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9b395a19c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9b395a19c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9b395a19c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9b395a19c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9b395a19c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9b395a19c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9b395a19c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9b395a19c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9b395a19c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9b395a19c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9b395a19c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9b395a19c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9b395a19c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9b395a19c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9b395a19c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9b395a19c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9b395a19c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9b395a19c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9b395a19c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9b395a19c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9b395a19c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9b395a19c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9b395a19c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9b395a19c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9b395a19c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9b395a19c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9b395a19c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9b395a19c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9b395a19c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9b395a19c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9b395a19c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9b395a19c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9b395a19c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9b395a19c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9b395a19c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9b395a19c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9b395a19c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9b395a19c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9b395a19c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9b395a19c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9b395a19c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9b395a19c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9b395a19c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9b395a19c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9b395a19c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9b395a19c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9b395a19c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9b395a19c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a9b395a19c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9b395a19c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a9b395a19c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9b395a19c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a9b395a19c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9b395a19c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a9b395a19c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9b395a19c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a9b395a19c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9b395a19c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a9b395a19c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9b395a19c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a9b395a19c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9b395a19c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a9b395a19c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9b395a19c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a9b395a19c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9b395a19c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a9b395a19c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2.xml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3.xml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4.xml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5.xml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6.xml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comments" Target="../comments/comment7.xml"/><Relationship Id="rId4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comments" Target="../comments/comment8.xml"/><Relationship Id="rId4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comments" Target="../comments/comment9.xml"/><Relationship Id="rId4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comments" Target="../comments/comment10.xml"/><Relationship Id="rId4" Type="http://schemas.openxmlformats.org/officeDocument/2006/relationships/image" Target="../media/image3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comments" Target="../comments/comment11.xml"/><Relationship Id="rId4" Type="http://schemas.openxmlformats.org/officeDocument/2006/relationships/image" Target="../media/image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218" y="220801"/>
            <a:ext cx="5649559" cy="47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49575" y="2353350"/>
            <a:ext cx="12735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x=0.000m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175" y="189688"/>
            <a:ext cx="6153650" cy="47641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115775" y="2353350"/>
            <a:ext cx="12735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x=0.001m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450" y="179650"/>
            <a:ext cx="6373100" cy="47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115775" y="2353350"/>
            <a:ext cx="12735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x=0.002m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0038" y="125400"/>
            <a:ext cx="6043925" cy="489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/>
        </p:nvSpPr>
        <p:spPr>
          <a:xfrm>
            <a:off x="115775" y="2353350"/>
            <a:ext cx="12735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x=0.003m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5450" y="150738"/>
            <a:ext cx="6373100" cy="484202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 txBox="1"/>
          <p:nvPr/>
        </p:nvSpPr>
        <p:spPr>
          <a:xfrm>
            <a:off x="115775" y="2353350"/>
            <a:ext cx="12735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x=0.004m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0313" y="117188"/>
            <a:ext cx="6263375" cy="49091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 txBox="1"/>
          <p:nvPr/>
        </p:nvSpPr>
        <p:spPr>
          <a:xfrm>
            <a:off x="115775" y="2353350"/>
            <a:ext cx="12735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x=0.005m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750" y="142750"/>
            <a:ext cx="6208500" cy="4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9"/>
          <p:cNvSpPr txBox="1"/>
          <p:nvPr/>
        </p:nvSpPr>
        <p:spPr>
          <a:xfrm>
            <a:off x="115775" y="2353350"/>
            <a:ext cx="12735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x=0.006m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1175" y="79250"/>
            <a:ext cx="6281650" cy="48166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0"/>
          <p:cNvSpPr txBox="1"/>
          <p:nvPr/>
        </p:nvSpPr>
        <p:spPr>
          <a:xfrm>
            <a:off x="115775" y="2353350"/>
            <a:ext cx="12735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x=0.007m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4850" y="76200"/>
            <a:ext cx="6434309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1"/>
          <p:cNvSpPr txBox="1"/>
          <p:nvPr/>
        </p:nvSpPr>
        <p:spPr>
          <a:xfrm>
            <a:off x="115775" y="2353350"/>
            <a:ext cx="12735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x=0.008m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9913" y="76200"/>
            <a:ext cx="6484164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2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x=0.009m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6300" y="129250"/>
            <a:ext cx="6391400" cy="48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3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x=0.0010m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4650" y="76200"/>
            <a:ext cx="6494695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4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x=0.0011m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175" y="118913"/>
            <a:ext cx="6281650" cy="490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5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x=0.0012m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6300" y="141075"/>
            <a:ext cx="6391400" cy="486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6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x=0.0013m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9900" y="76200"/>
            <a:ext cx="6364198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7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x=0.0014m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450" y="191925"/>
            <a:ext cx="6373100" cy="475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8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x=0.0015m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925" y="76200"/>
            <a:ext cx="6582150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9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x=0.0016m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0850" y="117225"/>
            <a:ext cx="6391400" cy="490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0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x=0.0017m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150" y="139963"/>
            <a:ext cx="6665700" cy="486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1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x=0.0018m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450" y="128388"/>
            <a:ext cx="6373100" cy="488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2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x=0.0019m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1175" y="146913"/>
            <a:ext cx="6281650" cy="484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3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x=0.0020m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4275" y="116450"/>
            <a:ext cx="6482825" cy="491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4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x=0.0021m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3738" y="175500"/>
            <a:ext cx="6336525" cy="47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5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x=0.0022m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838" y="76200"/>
            <a:ext cx="6486324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6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x=0.0023m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0588" y="163838"/>
            <a:ext cx="6482825" cy="481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7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x=0.0024m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8875" y="121738"/>
            <a:ext cx="6446250" cy="49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8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x=0.0025m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8013" y="129538"/>
            <a:ext cx="6427975" cy="4884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9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x=0.0026m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0313" y="192113"/>
            <a:ext cx="6263375" cy="475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40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x=0.0027m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175" y="149413"/>
            <a:ext cx="6281650" cy="48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41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x=0.0028m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9463" y="153313"/>
            <a:ext cx="6245075" cy="483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2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x=0.0029m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0588" y="168325"/>
            <a:ext cx="6482825" cy="480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3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x=0.0030m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2613" y="176488"/>
            <a:ext cx="6098775" cy="47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4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x=0.0031m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3738" y="154150"/>
            <a:ext cx="6336525" cy="48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5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x=0.0032m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175" y="175088"/>
            <a:ext cx="6281650" cy="479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46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x=0.0033m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175" y="130000"/>
            <a:ext cx="6153650" cy="488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7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x=0.0034m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8875" y="115513"/>
            <a:ext cx="6446250" cy="4912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48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x=0.0035m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2875" y="122900"/>
            <a:ext cx="6318250" cy="489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9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x=0.0036m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150" y="136788"/>
            <a:ext cx="6537700" cy="48699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50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x=0.0037m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9725" y="113550"/>
            <a:ext cx="6464550" cy="49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51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x=0.0038m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6300" y="121338"/>
            <a:ext cx="6391400" cy="490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52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x=0.0039m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3"/>
          <p:cNvSpPr txBox="1"/>
          <p:nvPr/>
        </p:nvSpPr>
        <p:spPr>
          <a:xfrm>
            <a:off x="115775" y="2353350"/>
            <a:ext cx="1347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x=0.0040m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95" name="Google Shape;29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5475" y="115363"/>
            <a:ext cx="6406975" cy="49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